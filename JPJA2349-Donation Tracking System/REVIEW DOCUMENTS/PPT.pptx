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6" r:id="rId5"/>
    <p:sldId id="267" r:id="rId6"/>
    <p:sldId id="268" r:id="rId7"/>
    <p:sldId id="259" r:id="rId8"/>
    <p:sldId id="269" r:id="rId9"/>
    <p:sldId id="260" r:id="rId10"/>
    <p:sldId id="270" r:id="rId11"/>
    <p:sldId id="271" r:id="rId12"/>
    <p:sldId id="272" r:id="rId13"/>
    <p:sldId id="261" r:id="rId14"/>
    <p:sldId id="273" r:id="rId15"/>
    <p:sldId id="262" r:id="rId16"/>
    <p:sldId id="263" r:id="rId17"/>
    <p:sldId id="26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11/25/2022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11/25/2022</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11/25/2022</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11/25/2022</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11/25/2022</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11/25/2022</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11/25/2022</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Donation Tracking System</a:t>
            </a:r>
            <a:r>
              <a:rPr lang="en-IN" dirty="0"/>
              <a:t/>
            </a:r>
            <a:br>
              <a:rPr lang="en-IN" dirty="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normAutofit lnSpcReduction="10000"/>
          </a:bodyPr>
          <a:lstStyle/>
          <a:p>
            <a:pPr algn="just"/>
            <a:r>
              <a:rPr lang="en-US" dirty="0"/>
              <a:t>The primary issue in the majority of the world's nations is poverty and hunger. Many non-governmental </a:t>
            </a:r>
            <a:r>
              <a:rPr lang="en-US" dirty="0" err="1"/>
              <a:t>organisations</a:t>
            </a:r>
            <a:r>
              <a:rPr lang="en-US" dirty="0"/>
              <a:t> (NGOs) are aiming to reduce hunger and poverty in society. These groups collect money for this purpose and </a:t>
            </a:r>
            <a:r>
              <a:rPr lang="en-US" dirty="0" err="1"/>
              <a:t>organise</a:t>
            </a:r>
            <a:r>
              <a:rPr lang="en-US" dirty="0"/>
              <a:t> fund-raising activities so that anyone can contribute. The majority of NGOs have had trouble obtaining cash or other necessary items. Obtaining donors is a highly difficult </a:t>
            </a:r>
            <a:r>
              <a:rPr lang="en-US" dirty="0" err="1"/>
              <a:t>endeavour</a:t>
            </a:r>
            <a:r>
              <a:rPr lang="en-US" dirty="0"/>
              <a:t>, and occasionally dealing with some donors' conditions can be quite difficult for NGOs to complete.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fontScale="92500" lnSpcReduction="20000"/>
          </a:bodyPr>
          <a:lstStyle/>
          <a:p>
            <a:pPr algn="just"/>
            <a:r>
              <a:rPr lang="en-US" dirty="0"/>
              <a:t>We suggested the Donation Tracking System as a solution to the issues currently present. NGOs may easily manage the tracking of donations with the use of this contribution tracking system. With the help of this project, such groups will be able to handle their donations and resources more effectively. A type of nonprofit software called a donation tracking system helps </a:t>
            </a:r>
            <a:r>
              <a:rPr lang="en-US" dirty="0" err="1"/>
              <a:t>organisations</a:t>
            </a:r>
            <a:r>
              <a:rPr lang="en-US" dirty="0"/>
              <a:t> better understand and make the most of their contributor connections. As a tool for managing donor relationships, the application </a:t>
            </a:r>
            <a:r>
              <a:rPr lang="en-US" dirty="0" err="1"/>
              <a:t>organises</a:t>
            </a:r>
            <a:r>
              <a:rPr lang="en-US" dirty="0"/>
              <a:t> donor data, identifies donor patterns, and provides recommendations to increase the likelihood of receiving future gifts.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algn="just"/>
            <a:r>
              <a:rPr lang="en-US" dirty="0"/>
              <a:t>The creation of a system to track donations is the goal of this project. The donors can trace their donations with the aid of this method. Additionally, this approach aids in the appeal for donations from the charity. The administrator will oversee the donors and charity in the meanwhile. The suggested project serves as a full donation management system and tracking mechanism.</a:t>
            </a:r>
            <a:endParaRPr lang="en-IN" dirty="0"/>
          </a:p>
        </p:txBody>
      </p:sp>
    </p:spTree>
    <p:extLst>
      <p:ext uri="{BB962C8B-B14F-4D97-AF65-F5344CB8AC3E}">
        <p14:creationId xmlns:p14="http://schemas.microsoft.com/office/powerpoint/2010/main" val="24547824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SYSTEM</a:t>
            </a:r>
            <a:endParaRPr lang="en-IN" dirty="0"/>
          </a:p>
        </p:txBody>
      </p:sp>
      <p:sp>
        <p:nvSpPr>
          <p:cNvPr id="3" name="Content Placeholder 2"/>
          <p:cNvSpPr>
            <a:spLocks noGrp="1"/>
          </p:cNvSpPr>
          <p:nvPr>
            <p:ph sz="quarter" idx="1"/>
          </p:nvPr>
        </p:nvSpPr>
        <p:spPr/>
        <p:txBody>
          <a:bodyPr/>
          <a:lstStyle/>
          <a:p>
            <a:pPr lvl="0" algn="just"/>
            <a:r>
              <a:rPr lang="en-US" dirty="0"/>
              <a:t>Everything in the existing system is done manually on paper. This decreases efficiency and increases the likelihood of errors, so a "</a:t>
            </a:r>
            <a:r>
              <a:rPr lang="en-US" dirty="0" err="1"/>
              <a:t>computerised</a:t>
            </a:r>
            <a:r>
              <a:rPr lang="en-US" dirty="0"/>
              <a:t> system" is required to duplicate the current environment since it will boost efficiency, cut down on errors to a minimum, and be cost-effective.</a:t>
            </a:r>
            <a:endParaRPr lang="en-IN" dirty="0"/>
          </a:p>
          <a:p>
            <a:pPr algn="just"/>
            <a:endParaRPr lang="en-IN" dirty="0"/>
          </a:p>
        </p:txBody>
      </p:sp>
    </p:spTree>
    <p:extLst>
      <p:ext uri="{BB962C8B-B14F-4D97-AF65-F5344CB8AC3E}">
        <p14:creationId xmlns:p14="http://schemas.microsoft.com/office/powerpoint/2010/main" val="18164001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The existing system relies solely on human data handling. It involves keeping a donor registration. It entails keeping a registry of records. The donors receive handwritten invoices. Receipt books are used to record money received. The individuals may or may not be available when needed.</a:t>
            </a:r>
            <a:endParaRPr lang="en-IN" dirty="0"/>
          </a:p>
          <a:p>
            <a:pPr algn="just"/>
            <a:endParaRPr lang="en-IN" dirty="0"/>
          </a:p>
        </p:txBody>
      </p:sp>
    </p:spTree>
    <p:extLst>
      <p:ext uri="{BB962C8B-B14F-4D97-AF65-F5344CB8AC3E}">
        <p14:creationId xmlns:p14="http://schemas.microsoft.com/office/powerpoint/2010/main" val="24009328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lstStyle/>
          <a:p>
            <a:pPr lvl="0" algn="just"/>
            <a:r>
              <a:rPr lang="en-US" dirty="0"/>
              <a:t>The primary issue with the existing system is its lack of openness.</a:t>
            </a:r>
            <a:endParaRPr lang="en-IN" dirty="0"/>
          </a:p>
          <a:p>
            <a:pPr lvl="0" algn="just"/>
            <a:r>
              <a:rPr lang="en-US" dirty="0"/>
              <a:t>As a result of the donors losing faith in these </a:t>
            </a:r>
            <a:r>
              <a:rPr lang="en-US" dirty="0" err="1"/>
              <a:t>organisations</a:t>
            </a:r>
            <a:r>
              <a:rPr lang="en-US" dirty="0"/>
              <a:t> as a result of the manual system maintenance or their own format of </a:t>
            </a:r>
            <a:r>
              <a:rPr lang="en-US" dirty="0" err="1"/>
              <a:t>computerised</a:t>
            </a:r>
            <a:r>
              <a:rPr lang="en-US" dirty="0"/>
              <a:t> system, relations with charitable </a:t>
            </a:r>
            <a:r>
              <a:rPr lang="en-US" dirty="0" err="1"/>
              <a:t>organisations</a:t>
            </a:r>
            <a:r>
              <a:rPr lang="en-US" dirty="0"/>
              <a:t> terminate. This makes it more difficult for NGOs to raise money in an efficient manner.</a:t>
            </a:r>
            <a:endParaRPr lang="en-IN" dirty="0"/>
          </a:p>
          <a:p>
            <a:pPr algn="just"/>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10000"/>
          </a:bodyPr>
          <a:lstStyle/>
          <a:p>
            <a:pPr lvl="0" algn="just"/>
            <a:r>
              <a:rPr lang="en-US" dirty="0"/>
              <a:t>There are numerous groups today that solicit donations in order to provide social services. However, due to adhering to the established method, the majority of them decline to demonstrate the advancement they have made with the money supplied by the donors. This leads many donors to believe that all donation services are fake or scams, which discourages them from giving money to any charity.</a:t>
            </a:r>
            <a:endParaRPr lang="en-IN" dirty="0"/>
          </a:p>
          <a:p>
            <a:pPr lvl="0" algn="just"/>
            <a:r>
              <a:rPr lang="en-US" dirty="0"/>
              <a:t>Lack of accountability.</a:t>
            </a:r>
            <a:endParaRPr lang="en-IN" dirty="0"/>
          </a:p>
          <a:p>
            <a:pPr lvl="0" algn="just"/>
            <a:r>
              <a:rPr lang="en-US" dirty="0"/>
              <a:t>Conventional systems leave a huge gap in interactions among donors and charity/NGO.</a:t>
            </a:r>
            <a:endParaRPr lang="en-IN" dirty="0"/>
          </a:p>
          <a:p>
            <a:pPr algn="just"/>
            <a:endParaRPr lang="en-IN" dirty="0"/>
          </a:p>
        </p:txBody>
      </p:sp>
    </p:spTree>
    <p:extLst>
      <p:ext uri="{BB962C8B-B14F-4D97-AF65-F5344CB8AC3E}">
        <p14:creationId xmlns:p14="http://schemas.microsoft.com/office/powerpoint/2010/main" val="35640370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normAutofit lnSpcReduction="10000"/>
          </a:bodyPr>
          <a:lstStyle/>
          <a:p>
            <a:pPr lvl="0" algn="just"/>
            <a:r>
              <a:rPr lang="en-US" dirty="0"/>
              <a:t>In the suggested system, we create a Java-based system for collecting donations over the Internet or World Wide Web. If desired, a donor may be a person or a person acting on behalf of an </a:t>
            </a:r>
            <a:r>
              <a:rPr lang="en-US" dirty="0" err="1"/>
              <a:t>organisation</a:t>
            </a:r>
            <a:r>
              <a:rPr lang="en-US" dirty="0"/>
              <a:t> having a specific interest in a charity </a:t>
            </a:r>
            <a:r>
              <a:rPr lang="en-US" dirty="0" err="1"/>
              <a:t>organisation</a:t>
            </a:r>
            <a:r>
              <a:rPr lang="en-US" dirty="0"/>
              <a:t>. The charitable </a:t>
            </a:r>
            <a:r>
              <a:rPr lang="en-US" dirty="0" err="1"/>
              <a:t>organisation</a:t>
            </a:r>
            <a:r>
              <a:rPr lang="en-US" dirty="0"/>
              <a:t> is a non-profit group with a website or online presence. A donation is chosen by the donor in consultation with the nonprofit. The system is now in touch with the donor and the nonprofit </a:t>
            </a:r>
            <a:r>
              <a:rPr lang="en-US" dirty="0" err="1"/>
              <a:t>organisation</a:t>
            </a:r>
            <a:r>
              <a:rPr lang="en-US" dirty="0"/>
              <a:t> in a way that is transparent to the giver.</a:t>
            </a:r>
            <a:endParaRPr lang="en-IN" dirty="0"/>
          </a:p>
          <a:p>
            <a:pPr algn="just"/>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algn="just"/>
            <a:r>
              <a:rPr lang="en-US" dirty="0"/>
              <a:t>In order to address the primary problems faced by charity management companies, this project will first make it possible for people to donate online rather than by phone, which is advantageous for both donors and NGOs. Additionally, donors can learn on the web about the history of the NGOs, the range of services they provide, and the Helps they have provided. Second, by just being published online, the project will be a simpler approach to promote the Company. </a:t>
            </a:r>
            <a:endParaRPr lang="en-IN" dirty="0"/>
          </a:p>
        </p:txBody>
      </p:sp>
    </p:spTree>
    <p:extLst>
      <p:ext uri="{BB962C8B-B14F-4D97-AF65-F5344CB8AC3E}">
        <p14:creationId xmlns:p14="http://schemas.microsoft.com/office/powerpoint/2010/main" val="42163240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algn="just"/>
            <a:r>
              <a:rPr lang="en-US" dirty="0"/>
              <a:t>By the completion of this project, it is hoped that the charity </a:t>
            </a:r>
            <a:r>
              <a:rPr lang="en-US" dirty="0" err="1"/>
              <a:t>organisation</a:t>
            </a:r>
            <a:r>
              <a:rPr lang="en-US" dirty="0"/>
              <a:t> using this web-based strategy will be able to maintain track of donation records, reduce the volume of incoming phone calls, and finally assist in reaching the target number of donors.</a:t>
            </a:r>
            <a:endParaRPr lang="en-IN" dirty="0"/>
          </a:p>
        </p:txBody>
      </p:sp>
    </p:spTree>
    <p:extLst>
      <p:ext uri="{BB962C8B-B14F-4D97-AF65-F5344CB8AC3E}">
        <p14:creationId xmlns:p14="http://schemas.microsoft.com/office/powerpoint/2010/main" val="2578299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a:t>Once more, the project's goal is to persuade the Charity Management system to engage with donors and promote their </a:t>
            </a:r>
            <a:r>
              <a:rPr lang="en-US" dirty="0" err="1"/>
              <a:t>organisation</a:t>
            </a:r>
            <a:r>
              <a:rPr lang="en-US" dirty="0"/>
              <a:t> primarily through technology. Finally, the globe as a whole will profit from the </a:t>
            </a:r>
            <a:r>
              <a:rPr lang="en-US" dirty="0" err="1"/>
              <a:t>realisation</a:t>
            </a:r>
            <a:r>
              <a:rPr lang="en-US" dirty="0"/>
              <a:t> of this project. Through the provision of previously unavailable materials, this research advances academic knowledge. Additionally, a brief report on the execution of each project phase will be created, and more development will be available.</a:t>
            </a:r>
            <a:endParaRPr lang="en-IN" dirty="0"/>
          </a:p>
          <a:p>
            <a:pPr algn="just"/>
            <a:endParaRPr lang="en-IN" dirty="0"/>
          </a:p>
        </p:txBody>
      </p:sp>
    </p:spTree>
    <p:extLst>
      <p:ext uri="{BB962C8B-B14F-4D97-AF65-F5344CB8AC3E}">
        <p14:creationId xmlns:p14="http://schemas.microsoft.com/office/powerpoint/2010/main" val="33857053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normAutofit lnSpcReduction="10000"/>
          </a:bodyPr>
          <a:lstStyle/>
          <a:p>
            <a:pPr lvl="0" algn="just"/>
            <a:r>
              <a:rPr lang="en-US" dirty="0"/>
              <a:t>The proposed system aims to make it easier for donors to receive better information so they can give from any location without difficulty.</a:t>
            </a:r>
            <a:endParaRPr lang="en-IN" dirty="0"/>
          </a:p>
          <a:p>
            <a:pPr lvl="0" algn="just"/>
            <a:r>
              <a:rPr lang="en-US" dirty="0"/>
              <a:t>The suggested system does not call for donor physical presence. Therefore, it is quite simple to run fundraising campaigns online even in pandemic conditions where there is no disease transmission or loss of human life.</a:t>
            </a:r>
            <a:endParaRPr lang="en-IN" dirty="0"/>
          </a:p>
          <a:p>
            <a:pPr lvl="0" algn="just"/>
            <a:r>
              <a:rPr lang="en-US" dirty="0"/>
              <a:t>The proposed system has good authentication so only authorized NGO can able to collect funds</a:t>
            </a:r>
            <a:endParaRPr lang="en-IN" dirty="0"/>
          </a:p>
          <a:p>
            <a:pPr algn="just"/>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Receipts will be made very quickly and it will be displayed in few minutes for the donors.</a:t>
            </a:r>
            <a:endParaRPr lang="en-IN" dirty="0"/>
          </a:p>
          <a:p>
            <a:pPr lvl="0" algn="just"/>
            <a:r>
              <a:rPr lang="en-US" dirty="0"/>
              <a:t>User Friendly Web Interface facilitating accessing from the Globe.</a:t>
            </a:r>
            <a:endParaRPr lang="en-IN" dirty="0"/>
          </a:p>
          <a:p>
            <a:pPr lvl="0" algn="just"/>
            <a:r>
              <a:rPr lang="en-US" dirty="0"/>
              <a:t>Good Authentication for security purpose</a:t>
            </a:r>
            <a:endParaRPr lang="en-IN" dirty="0"/>
          </a:p>
          <a:p>
            <a:pPr lvl="0" algn="just"/>
            <a:r>
              <a:rPr lang="en-US" dirty="0"/>
              <a:t>Excellent level of security for the data.</a:t>
            </a:r>
            <a:endParaRPr lang="en-IN" dirty="0"/>
          </a:p>
          <a:p>
            <a:pPr algn="just"/>
            <a:endParaRPr lang="en-IN" dirty="0"/>
          </a:p>
        </p:txBody>
      </p:sp>
    </p:spTree>
    <p:extLst>
      <p:ext uri="{BB962C8B-B14F-4D97-AF65-F5344CB8AC3E}">
        <p14:creationId xmlns:p14="http://schemas.microsoft.com/office/powerpoint/2010/main" val="9605566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1752600"/>
            <a:ext cx="6743700"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500 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a:t>	</a:t>
            </a:r>
            <a:r>
              <a:rPr lang="en-GB" smtClean="0"/>
              <a:t>:</a:t>
            </a:r>
            <a:r>
              <a:rPr lang="en-GB" dirty="0"/>
              <a:t>	2 GB</a:t>
            </a:r>
            <a:endParaRPr lang="en-IN" dirty="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p:txBody>
          <a:bodyPr/>
          <a:lstStyle/>
          <a:p>
            <a:pPr lvl="0"/>
            <a:r>
              <a:rPr lang="en-US" dirty="0"/>
              <a:t>Operating system 		: 	Windows 10.</a:t>
            </a:r>
            <a:endParaRPr lang="en-IN" dirty="0"/>
          </a:p>
          <a:p>
            <a:pPr lvl="0"/>
            <a:r>
              <a:rPr lang="en-US" dirty="0"/>
              <a:t>Coding Language		:	JAVA.</a:t>
            </a:r>
            <a:endParaRPr lang="en-IN" dirty="0"/>
          </a:p>
          <a:p>
            <a:pPr lvl="0"/>
            <a:r>
              <a:rPr lang="en-US" dirty="0"/>
              <a:t>Tool				</a:t>
            </a:r>
            <a:r>
              <a:rPr lang="en-US" dirty="0" smtClean="0"/>
              <a:t>	:</a:t>
            </a:r>
            <a:r>
              <a:rPr lang="en-US" dirty="0"/>
              <a:t>	</a:t>
            </a:r>
            <a:r>
              <a:rPr lang="en-US" dirty="0" err="1"/>
              <a:t>Netbeans</a:t>
            </a:r>
            <a:r>
              <a:rPr lang="en-US" dirty="0"/>
              <a:t> 8.2</a:t>
            </a:r>
            <a:endParaRPr lang="en-IN" dirty="0"/>
          </a:p>
          <a:p>
            <a:pPr lvl="0"/>
            <a:r>
              <a:rPr lang="en-US" dirty="0"/>
              <a:t>Database			</a:t>
            </a:r>
            <a:r>
              <a:rPr lang="en-US" dirty="0" smtClean="0"/>
              <a:t>	:</a:t>
            </a:r>
            <a:r>
              <a:rPr lang="en-US" dirty="0"/>
              <a:t>	MYSQL</a:t>
            </a:r>
            <a:endParaRPr lang="en-IN" dirty="0"/>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107</TotalTime>
  <Words>966</Words>
  <Application>Microsoft Office PowerPoint</Application>
  <PresentationFormat>On-screen Show (4:3)</PresentationFormat>
  <Paragraphs>39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Median</vt:lpstr>
      <vt:lpstr>Donation Tracking System </vt:lpstr>
      <vt:lpstr>ABSTRACT</vt:lpstr>
      <vt:lpstr>PowerPoint Presentation</vt:lpstr>
      <vt:lpstr>PowerPoint Presentation</vt:lpstr>
      <vt:lpstr>EXISTING SYSTEM</vt:lpstr>
      <vt:lpstr>PowerPoint Presentation</vt:lpstr>
      <vt:lpstr>DISADVANTAGES OF EXISTING SYSTEM</vt:lpstr>
      <vt:lpstr>PowerPoint Presentation</vt:lpstr>
      <vt:lpstr>PROPOSED SYSTEM</vt:lpstr>
      <vt:lpstr>PowerPoint Presentation</vt:lpstr>
      <vt:lpstr>PowerPoint Presentation</vt:lpstr>
      <vt:lpstr>PowerPoint Presentation</vt:lpstr>
      <vt:lpstr>ADVANTAGES OF PROPOSED SYSTEM</vt:lpstr>
      <vt:lpstr>PowerPoint Presentation</vt:lpstr>
      <vt:lpstr>SYSTEM ARCHITECTURE</vt:lpstr>
      <vt:lpstr>HARDWARE REQUIREMENTS</vt:lpstr>
      <vt:lpstr>SOFTWARE REQUIREMENTS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JP1</cp:lastModifiedBy>
  <cp:revision>24</cp:revision>
  <dcterms:created xsi:type="dcterms:W3CDTF">2006-08-16T00:00:00Z</dcterms:created>
  <dcterms:modified xsi:type="dcterms:W3CDTF">2022-11-25T13:27:59Z</dcterms:modified>
</cp:coreProperties>
</file>